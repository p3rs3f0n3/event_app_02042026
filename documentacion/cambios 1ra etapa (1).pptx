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ACACC-7900-4584-8F15-CF4F0EA49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40237D-F544-4400-98B2-A17A36005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8C965C-8301-4CF5-B31E-DB8AE745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1051EA-20D0-4EE3-BA83-ACF43860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6895E8-F216-421E-8B58-153110C4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594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804DA-E3AD-4AE5-87B2-95B60219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18338-2253-453C-8D80-D65214C83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AAFA90-189E-49B9-8973-4FBA3B9C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AD2EDE-EC04-4CC6-8F24-1D84EBA4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F48A0-F764-4D41-A51D-02305103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694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A4DF8-9E49-453D-9DCB-ADD1C057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E60CDF-275E-4C68-B294-3CF7D4ED9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47E8BB-43C0-4985-B488-36393ACD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FF2D22-0DE5-406E-B74F-FE8E8DB4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E5CABF-63FF-4391-B72C-A981363B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55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9950B-2396-4CB0-80A9-124A9B1A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8B11B1-F108-4F80-8012-C53D2EF9E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4FA68A-8A66-45EE-959C-3DEA0923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B11896-6094-4A29-9DAA-E7E4ACF6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2171B7-7259-46FB-962E-16898302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C2743B-97A6-4E3B-93D9-AED4A33F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401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72C06-EFEA-4381-B07C-7A473EF40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7F8CDE-C2E9-4927-99B3-00350CF98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CC9E4F-82B9-4C43-BD03-86F43C5EC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289906-DDAE-473A-B0C6-57BD57DB4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B63D83-6ECB-480F-890C-8EA35996A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BCBCEA-2DCA-43B3-8F32-A3E2AAD3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8BEAD3-E393-4E4F-AD2E-F913C702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5A3E59E-87AD-408C-B6D8-A626C824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1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4F8FD-B59C-4110-8C11-A260C660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17A894-0C6A-430F-8F1B-376A0593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661CDF-368C-43A9-A0A3-95E9BA3E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249B70-58C6-4257-B80B-0F324161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025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429345-1DEE-4B4B-BEE4-68465507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3A481A5-DAC0-4DF0-8D7D-C1BD1F5B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75FC2A-4C3B-46CE-9350-29F05336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50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9339B-858C-438D-8CA6-6495581A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5CF12E-5834-4AAD-A131-69C398B4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BDF9B-7B2B-4A14-82F4-7952F36DB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6B3FF0-CB13-461F-A20B-7E30D487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25FBFB-B3CA-4C03-98E9-AA69618D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9A983-A900-42F3-BF8F-22B4CF7E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109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17A3C-77E8-49C6-8378-FBF2A8DE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98038E-70BB-4C08-8ABB-55A31A3BF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CC4C5D-CE4F-4A1E-93A0-2D4826E57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32975D-EFF9-4D74-A066-34794766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4949F3-F8A4-4CB1-9758-8879AC59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05EACC-DA3D-4945-A9EB-23908EA6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43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2FD95-EB44-48F1-844E-C1C95CD6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62940F-8235-40EF-891E-2E9382853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566F2-2C3D-4410-8E62-18E190B1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D7E025-F4E7-447C-B4D0-B3C2FDA2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6CF216-0955-41A3-BCAA-6338177C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5167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E3226B-A31D-4A05-9DBD-BE1E0381C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7391D4-FBE6-4D70-9161-004A81513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D27FFD-7309-4DF2-9447-7DC810E8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A170-7E9E-446F-9718-9FBCA02C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140D8D-7BF3-4DA5-B591-028DDE0D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03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915DB49-DED5-4107-A966-85996602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C6078E-3462-466A-9D7E-84982C70F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5D58C2-F249-4002-A433-F859AAC9D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352EE-C53A-4959-883C-A48A8556786F}" type="datetimeFigureOut">
              <a:rPr lang="es-CO" smtClean="0"/>
              <a:t>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4BB852-B4DF-43D1-B488-DB83B77BD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74F40-CA6F-4A56-95FD-F9276FC61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0FD03-3EA1-403A-8895-0F06B7BD5D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896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799E93C-2547-4AAD-8974-AF4A2CEA58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46" t="6437" r="28164" b="5395"/>
          <a:stretch/>
        </p:blipFill>
        <p:spPr>
          <a:xfrm>
            <a:off x="214313" y="171450"/>
            <a:ext cx="2968077" cy="527519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23EB96F-DBBB-49C4-8A40-DB5B1B7460F3}"/>
              </a:ext>
            </a:extLst>
          </p:cNvPr>
          <p:cNvSpPr txBox="1"/>
          <p:nvPr/>
        </p:nvSpPr>
        <p:spPr>
          <a:xfrm>
            <a:off x="3297514" y="171450"/>
            <a:ext cx="792707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Cambiar teléfono por numero celular.</a:t>
            </a:r>
          </a:p>
          <a:p>
            <a:pPr marL="285750" indent="-285750">
              <a:buFontTx/>
              <a:buChar char="-"/>
            </a:pPr>
            <a:r>
              <a:rPr lang="es-ES" dirty="0"/>
              <a:t>Limpiar los datos del anterior usuario cada vez que se busca.</a:t>
            </a:r>
          </a:p>
          <a:p>
            <a:pPr marL="285750" indent="-285750">
              <a:buFontTx/>
              <a:buChar char="-"/>
            </a:pPr>
            <a:r>
              <a:rPr lang="es-ES" dirty="0"/>
              <a:t>Cambiar la palabra </a:t>
            </a:r>
            <a:r>
              <a:rPr lang="es-ES" dirty="0" err="1"/>
              <a:t>podés</a:t>
            </a:r>
            <a:r>
              <a:rPr lang="es-ES" dirty="0"/>
              <a:t> por puedes.</a:t>
            </a:r>
          </a:p>
          <a:p>
            <a:pPr marL="285750" indent="-285750">
              <a:buFontTx/>
              <a:buChar char="-"/>
            </a:pPr>
            <a:r>
              <a:rPr lang="es-ES" dirty="0"/>
              <a:t>Borrar clientes, ver consolidado de personas ingresadas o coordinadores o staff en el campo control de altas operativas.</a:t>
            </a:r>
          </a:p>
          <a:p>
            <a:pPr marL="285750" indent="-285750">
              <a:buFontTx/>
              <a:buChar char="-"/>
            </a:pPr>
            <a:r>
              <a:rPr lang="es-ES" dirty="0"/>
              <a:t>En talla de ropa se especifica, talla camisa, talla pantalón.</a:t>
            </a:r>
          </a:p>
          <a:p>
            <a:pPr marL="285750" indent="-285750">
              <a:buFontTx/>
              <a:buChar char="-"/>
            </a:pPr>
            <a:r>
              <a:rPr lang="es-ES" dirty="0"/>
              <a:t>Se especifica en el campo medidas para las </a:t>
            </a:r>
            <a:r>
              <a:rPr lang="es-ES" dirty="0" err="1"/>
              <a:t>mujeresej</a:t>
            </a:r>
            <a:r>
              <a:rPr lang="es-ES" dirty="0"/>
              <a:t> : 90-60-90 y agregar campo de altura.</a:t>
            </a:r>
          </a:p>
          <a:p>
            <a:pPr marL="285750" indent="-285750">
              <a:buFontTx/>
              <a:buChar char="-"/>
            </a:pPr>
            <a:r>
              <a:rPr lang="es-ES" dirty="0"/>
              <a:t>Cuando el </a:t>
            </a:r>
            <a:r>
              <a:rPr lang="es-ES" dirty="0" err="1"/>
              <a:t>admin</a:t>
            </a:r>
            <a:r>
              <a:rPr lang="es-ES" dirty="0"/>
              <a:t> crea el perfil, debe llegar al e, mail de la persona (cliente, ejecutivo o coordinador) correo de información con los datos usuario y contraseña.</a:t>
            </a:r>
          </a:p>
          <a:p>
            <a:pPr marL="285750" indent="-285750">
              <a:buFontTx/>
              <a:buChar char="-"/>
            </a:pPr>
            <a:r>
              <a:rPr lang="es-ES" dirty="0"/>
              <a:t>En </a:t>
            </a:r>
            <a:r>
              <a:rPr lang="es-ES" dirty="0" err="1"/>
              <a:t>admin</a:t>
            </a:r>
            <a:r>
              <a:rPr lang="es-ES" dirty="0"/>
              <a:t>, falta la opción de crear ejecutivo.</a:t>
            </a:r>
          </a:p>
          <a:p>
            <a:pPr marL="285750" indent="-285750">
              <a:buFontTx/>
              <a:buChar char="-"/>
            </a:pPr>
            <a:r>
              <a:rPr lang="es-ES" dirty="0"/>
              <a:t>En el modulo del coordinador se usa un campo llamado impacto, debe llamarse impactos directos, otro que se llame impactos indirectos, estos campos solo son numéricos.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4A487B-49D5-4F71-8D56-FB996EB66B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783" t="31001" r="29130" b="41445"/>
          <a:stretch/>
        </p:blipFill>
        <p:spPr>
          <a:xfrm>
            <a:off x="8044070" y="4797825"/>
            <a:ext cx="3180521" cy="18887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C4CD0C-3DB7-4F9D-9A9E-7331236889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695" t="7221" r="28261" b="65225"/>
          <a:stretch/>
        </p:blipFill>
        <p:spPr>
          <a:xfrm>
            <a:off x="3644348" y="4797824"/>
            <a:ext cx="3419061" cy="188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9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23EB96F-DBBB-49C4-8A40-DB5B1B7460F3}"/>
              </a:ext>
            </a:extLst>
          </p:cNvPr>
          <p:cNvSpPr txBox="1"/>
          <p:nvPr/>
        </p:nvSpPr>
        <p:spPr>
          <a:xfrm>
            <a:off x="4264923" y="303972"/>
            <a:ext cx="7927077" cy="978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 err="1"/>
              <a:t>Categorias</a:t>
            </a:r>
            <a:r>
              <a:rPr lang="es-ES" dirty="0"/>
              <a:t> del staff: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Productor</a:t>
            </a:r>
          </a:p>
          <a:p>
            <a:pPr marL="342900" indent="-342900">
              <a:buAutoNum type="arabicPeriod"/>
            </a:pPr>
            <a:r>
              <a:rPr lang="es-ES" dirty="0"/>
              <a:t>Logístico operativo</a:t>
            </a:r>
          </a:p>
          <a:p>
            <a:pPr marL="342900" indent="-342900">
              <a:buAutoNum type="arabicPeriod"/>
            </a:pPr>
            <a:r>
              <a:rPr lang="es-ES" dirty="0"/>
              <a:t>Coordinador</a:t>
            </a:r>
          </a:p>
          <a:p>
            <a:pPr marL="342900" indent="-342900">
              <a:buAutoNum type="arabicPeriod"/>
            </a:pPr>
            <a:r>
              <a:rPr lang="es-ES" dirty="0"/>
              <a:t>Supervisor</a:t>
            </a:r>
          </a:p>
          <a:p>
            <a:pPr marL="342900" indent="-342900">
              <a:buAutoNum type="arabicPeriod"/>
            </a:pPr>
            <a:r>
              <a:rPr lang="es-ES" dirty="0"/>
              <a:t>Promotor</a:t>
            </a:r>
          </a:p>
          <a:p>
            <a:pPr marL="342900" indent="-342900">
              <a:buAutoNum type="arabicPeriod"/>
            </a:pPr>
            <a:r>
              <a:rPr lang="es-ES" dirty="0" err="1"/>
              <a:t>Mercaderista</a:t>
            </a: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Impulsador</a:t>
            </a:r>
          </a:p>
          <a:p>
            <a:pPr marL="342900" indent="-342900">
              <a:buAutoNum type="arabicPeriod"/>
            </a:pPr>
            <a:r>
              <a:rPr lang="es-ES" dirty="0" err="1"/>
              <a:t>Volanteador</a:t>
            </a: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Modelo A</a:t>
            </a:r>
          </a:p>
          <a:p>
            <a:pPr marL="342900" indent="-342900">
              <a:buAutoNum type="arabicPeriod"/>
            </a:pPr>
            <a:r>
              <a:rPr lang="es-ES" dirty="0"/>
              <a:t>Modelo AA</a:t>
            </a:r>
          </a:p>
          <a:p>
            <a:pPr marL="342900" indent="-342900">
              <a:buAutoNum type="arabicPeriod"/>
            </a:pPr>
            <a:r>
              <a:rPr lang="es-ES" dirty="0"/>
              <a:t>Modelo AAA</a:t>
            </a:r>
          </a:p>
          <a:p>
            <a:pPr marL="342900" indent="-342900">
              <a:buAutoNum type="arabicPeriod"/>
            </a:pPr>
            <a:r>
              <a:rPr lang="es-ES" dirty="0"/>
              <a:t>Animador</a:t>
            </a:r>
          </a:p>
          <a:p>
            <a:pPr marL="342900" indent="-342900">
              <a:buAutoNum type="arabicPeriod"/>
            </a:pPr>
            <a:r>
              <a:rPr lang="es-ES" dirty="0"/>
              <a:t>Barista</a:t>
            </a:r>
          </a:p>
          <a:p>
            <a:pPr marL="342900" indent="-342900">
              <a:buAutoNum type="arabicPeriod"/>
            </a:pPr>
            <a:r>
              <a:rPr lang="es-ES" dirty="0"/>
              <a:t>DJ</a:t>
            </a:r>
          </a:p>
          <a:p>
            <a:pPr marL="342900" indent="-342900">
              <a:buAutoNum type="arabicPeriod"/>
            </a:pPr>
            <a:r>
              <a:rPr lang="es-ES" dirty="0"/>
              <a:t>Recreador</a:t>
            </a:r>
          </a:p>
          <a:p>
            <a:pPr marL="342900" indent="-342900">
              <a:buAutoNum type="arabicPeriod"/>
            </a:pPr>
            <a:r>
              <a:rPr lang="es-ES" dirty="0"/>
              <a:t>Operador </a:t>
            </a:r>
            <a:r>
              <a:rPr lang="es-ES" dirty="0" err="1"/>
              <a:t>dummie</a:t>
            </a: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Patinadora </a:t>
            </a:r>
          </a:p>
          <a:p>
            <a:pPr marL="342900" indent="-342900">
              <a:buAutoNum type="arabicPeriod"/>
            </a:pPr>
            <a:r>
              <a:rPr lang="es-ES" dirty="0"/>
              <a:t>Presentador</a:t>
            </a:r>
          </a:p>
          <a:p>
            <a:pPr marL="342900" indent="-342900">
              <a:buAutoNum type="arabicPeriod"/>
            </a:pPr>
            <a:r>
              <a:rPr lang="es-ES" dirty="0"/>
              <a:t>Mesero</a:t>
            </a:r>
          </a:p>
          <a:p>
            <a:pPr marL="342900" indent="-342900">
              <a:buAutoNum type="arabicPeriod"/>
            </a:pPr>
            <a:r>
              <a:rPr lang="es-ES" dirty="0"/>
              <a:t>Seguridad</a:t>
            </a:r>
          </a:p>
          <a:p>
            <a:endParaRPr lang="es-ES" dirty="0"/>
          </a:p>
          <a:p>
            <a:endParaRPr lang="es-ES" dirty="0"/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endParaRPr lang="es-ES" dirty="0"/>
          </a:p>
          <a:p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5FA7CF-523A-4E6B-A186-6D8F81F79C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17" t="13702" r="37391" b="15345"/>
          <a:stretch/>
        </p:blipFill>
        <p:spPr>
          <a:xfrm>
            <a:off x="516835" y="755374"/>
            <a:ext cx="3339548" cy="486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799E93C-2547-4AAD-8974-AF4A2CEA58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46" t="6437" r="28164" b="5395"/>
          <a:stretch/>
        </p:blipFill>
        <p:spPr>
          <a:xfrm>
            <a:off x="214313" y="171450"/>
            <a:ext cx="2968077" cy="527519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23EB96F-DBBB-49C4-8A40-DB5B1B7460F3}"/>
              </a:ext>
            </a:extLst>
          </p:cNvPr>
          <p:cNvSpPr txBox="1"/>
          <p:nvPr/>
        </p:nvSpPr>
        <p:spPr>
          <a:xfrm>
            <a:off x="3297514" y="171450"/>
            <a:ext cx="792707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Cambiar teléfono por numero celular.</a:t>
            </a:r>
          </a:p>
          <a:p>
            <a:pPr marL="285750" indent="-285750">
              <a:buFontTx/>
              <a:buChar char="-"/>
            </a:pPr>
            <a:r>
              <a:rPr lang="es-ES" dirty="0"/>
              <a:t>Limpiar los datos del anterior usuario cada vez que se busca.</a:t>
            </a:r>
          </a:p>
          <a:p>
            <a:pPr marL="285750" indent="-285750">
              <a:buFontTx/>
              <a:buChar char="-"/>
            </a:pPr>
            <a:r>
              <a:rPr lang="es-ES" dirty="0"/>
              <a:t>Cambiar la palabra </a:t>
            </a:r>
            <a:r>
              <a:rPr lang="es-ES" dirty="0" err="1"/>
              <a:t>podés</a:t>
            </a:r>
            <a:r>
              <a:rPr lang="es-ES" dirty="0"/>
              <a:t> por puedes.</a:t>
            </a:r>
          </a:p>
          <a:p>
            <a:pPr marL="285750" indent="-285750">
              <a:buFontTx/>
              <a:buChar char="-"/>
            </a:pPr>
            <a:r>
              <a:rPr lang="es-ES" dirty="0"/>
              <a:t>Borrar clientes, ver consolidado de personas ingresadas o coordinadores o staff en el campo control de altas operativas.</a:t>
            </a:r>
          </a:p>
          <a:p>
            <a:pPr marL="285750" indent="-285750">
              <a:buFontTx/>
              <a:buChar char="-"/>
            </a:pPr>
            <a:r>
              <a:rPr lang="es-ES" dirty="0"/>
              <a:t>En talla de ropa se especifica, talla camisa, talla pantalón.</a:t>
            </a:r>
          </a:p>
          <a:p>
            <a:pPr marL="285750" indent="-285750">
              <a:buFontTx/>
              <a:buChar char="-"/>
            </a:pPr>
            <a:r>
              <a:rPr lang="es-ES" dirty="0"/>
              <a:t>Se especifica en el campo medidas para las mujeres y agregar campo de altura.</a:t>
            </a:r>
          </a:p>
          <a:p>
            <a:pPr marL="285750" indent="-285750">
              <a:buFontTx/>
              <a:buChar char="-"/>
            </a:pPr>
            <a:r>
              <a:rPr lang="es-ES" dirty="0"/>
              <a:t>Cuando el </a:t>
            </a:r>
            <a:r>
              <a:rPr lang="es-ES" dirty="0" err="1"/>
              <a:t>admin</a:t>
            </a:r>
            <a:r>
              <a:rPr lang="es-ES" dirty="0"/>
              <a:t> crea el perfil, debe llegar al e, mail de la persona (cliente, ejecutivo o coordinador) correo de información con los datos usuario y contraseña.</a:t>
            </a:r>
          </a:p>
          <a:p>
            <a:pPr marL="285750" indent="-285750">
              <a:buFontTx/>
              <a:buChar char="-"/>
            </a:pPr>
            <a:r>
              <a:rPr lang="es-ES" dirty="0"/>
              <a:t>En </a:t>
            </a:r>
            <a:r>
              <a:rPr lang="es-ES" dirty="0" err="1"/>
              <a:t>admin</a:t>
            </a:r>
            <a:r>
              <a:rPr lang="es-ES" dirty="0"/>
              <a:t>, falta la opción de crear ejecutivo.</a:t>
            </a:r>
          </a:p>
          <a:p>
            <a:pPr marL="285750" indent="-285750">
              <a:buFontTx/>
              <a:buChar char="-"/>
            </a:pPr>
            <a:r>
              <a:rPr lang="es-ES" dirty="0"/>
              <a:t>En el modulo del coordinador se usa un campo llamado impacto, debe llamarse impactos directos, otro que se llame impactos indirectos, estos campos solo son numéricos.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4A487B-49D5-4F71-8D56-FB996EB66B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783" t="31001" r="29130" b="41445"/>
          <a:stretch/>
        </p:blipFill>
        <p:spPr>
          <a:xfrm>
            <a:off x="8044070" y="4797825"/>
            <a:ext cx="3180521" cy="18887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C4CD0C-3DB7-4F9D-9A9E-7331236889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695" t="7221" r="28261" b="65225"/>
          <a:stretch/>
        </p:blipFill>
        <p:spPr>
          <a:xfrm>
            <a:off x="3644348" y="4797824"/>
            <a:ext cx="3419061" cy="188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6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05BD647-9369-4B40-9A40-C794EFFE7403}"/>
              </a:ext>
            </a:extLst>
          </p:cNvPr>
          <p:cNvSpPr txBox="1"/>
          <p:nvPr/>
        </p:nvSpPr>
        <p:spPr>
          <a:xfrm>
            <a:off x="2531165" y="424266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Ejecutivos- </a:t>
            </a:r>
            <a:r>
              <a:rPr lang="es-CO" dirty="0" err="1"/>
              <a:t>ejecutivo.ana</a:t>
            </a:r>
            <a:r>
              <a:rPr lang="es-CO" dirty="0"/>
              <a:t> / 123 </a:t>
            </a:r>
            <a:r>
              <a:rPr lang="es-CO" dirty="0" err="1"/>
              <a:t>ejecutivo.bruno</a:t>
            </a:r>
            <a:r>
              <a:rPr lang="es-CO" dirty="0"/>
              <a:t> /123 Coordinador- </a:t>
            </a:r>
            <a:r>
              <a:rPr lang="es-CO" dirty="0" err="1"/>
              <a:t>coord</a:t>
            </a:r>
            <a:r>
              <a:rPr lang="es-CO" dirty="0"/>
              <a:t> / Funcional.EventApp.2026Clientes- </a:t>
            </a:r>
            <a:r>
              <a:rPr lang="es-CO" dirty="0" err="1"/>
              <a:t>cliente.alpina</a:t>
            </a:r>
            <a:r>
              <a:rPr lang="es-CO" dirty="0"/>
              <a:t> / Funcional.EventApp.2026- </a:t>
            </a:r>
            <a:r>
              <a:rPr lang="es-CO" dirty="0" err="1"/>
              <a:t>cliente.colcafe</a:t>
            </a:r>
            <a:r>
              <a:rPr lang="es-CO" dirty="0"/>
              <a:t> / Funcional.EventApp.2026- </a:t>
            </a:r>
            <a:r>
              <a:rPr lang="es-CO" dirty="0" err="1"/>
              <a:t>cliente.nutresa</a:t>
            </a:r>
            <a:r>
              <a:rPr lang="es-CO" dirty="0"/>
              <a:t> / Funcional.EventApp.2026</a:t>
            </a:r>
          </a:p>
        </p:txBody>
      </p:sp>
    </p:spTree>
    <p:extLst>
      <p:ext uri="{BB962C8B-B14F-4D97-AF65-F5344CB8AC3E}">
        <p14:creationId xmlns:p14="http://schemas.microsoft.com/office/powerpoint/2010/main" val="415426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369</Words>
  <Application>Microsoft Office PowerPoint</Application>
  <PresentationFormat>Panorámica</PresentationFormat>
  <Paragraphs>62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ALEXANDER BARREIRO HERNANDEZ</dc:creator>
  <cp:lastModifiedBy>ALEXANDER BARREIRO HERNANDEZ</cp:lastModifiedBy>
  <cp:revision>14</cp:revision>
  <dcterms:created xsi:type="dcterms:W3CDTF">2026-04-05T19:05:40Z</dcterms:created>
  <dcterms:modified xsi:type="dcterms:W3CDTF">2026-04-06T20:16:18Z</dcterms:modified>
</cp:coreProperties>
</file>